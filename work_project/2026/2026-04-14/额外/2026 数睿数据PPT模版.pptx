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9829" r:id="rId3"/>
    <p:sldId id="9828" r:id="rId5"/>
    <p:sldId id="9832" r:id="rId6"/>
    <p:sldId id="9837" r:id="rId7"/>
    <p:sldId id="9833" r:id="rId8"/>
    <p:sldId id="9834" r:id="rId9"/>
    <p:sldId id="9835" r:id="rId10"/>
    <p:sldId id="9831" r:id="rId11"/>
  </p:sldIdLst>
  <p:sldSz cx="12192000" cy="6858000"/>
  <p:notesSz cx="6858000" cy="9144000"/>
  <p:embeddedFontLst>
    <p:embeddedFont>
      <p:font typeface="微软雅黑" panose="020B0503020204020204" charset="-122"/>
      <p:regular r:id="rId15"/>
    </p:embeddedFont>
    <p:embeddedFont>
      <p:font typeface="Calibri" panose="020F0502020204030204" charset="0"/>
      <p:regular r:id="rId16"/>
      <p:bold r:id="rId17"/>
      <p:italic r:id="rId18"/>
      <p:boldItalic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73C53"/>
    <a:srgbClr val="FFA436"/>
    <a:srgbClr val="7CC636"/>
    <a:srgbClr val="D2DDF0"/>
    <a:srgbClr val="EEF6FC"/>
    <a:srgbClr val="F5FDFE"/>
    <a:srgbClr val="E8F0FF"/>
    <a:srgbClr val="327DF9"/>
    <a:srgbClr val="FFD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5026" autoAdjust="0"/>
  </p:normalViewPr>
  <p:slideViewPr>
    <p:cSldViewPr snapToGrid="0">
      <p:cViewPr>
        <p:scale>
          <a:sx n="75" d="100"/>
          <a:sy n="75" d="100"/>
        </p:scale>
        <p:origin x="210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jpe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封面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占位符 27"/>
          <p:cNvSpPr>
            <a:spLocks noGrp="1"/>
          </p:cNvSpPr>
          <p:nvPr>
            <p:ph type="body" sz="quarter" idx="13" hasCustomPrompt="1"/>
          </p:nvPr>
        </p:nvSpPr>
        <p:spPr>
          <a:xfrm>
            <a:off x="784736" y="5000008"/>
            <a:ext cx="2382548" cy="3325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>
                <a:solidFill>
                  <a:schemeClr val="tx1">
                    <a:lumMod val="65000"/>
                  </a:schemeClr>
                </a:solidFill>
              </a:defRPr>
            </a:lvl1pPr>
            <a:lvl2pPr>
              <a:defRPr>
                <a:solidFill>
                  <a:srgbClr val="337DFA"/>
                </a:solidFill>
              </a:defRPr>
            </a:lvl2pPr>
            <a:lvl3pPr>
              <a:defRPr>
                <a:solidFill>
                  <a:srgbClr val="337DFA"/>
                </a:solidFill>
              </a:defRPr>
            </a:lvl3pPr>
            <a:lvl4pPr>
              <a:defRPr>
                <a:solidFill>
                  <a:srgbClr val="337DFA"/>
                </a:solidFill>
              </a:defRPr>
            </a:lvl4pPr>
            <a:lvl5pPr>
              <a:defRPr>
                <a:solidFill>
                  <a:srgbClr val="337DFA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微软雅黑" panose="020B0503020204020204" charset="-122"/>
              </a:rPr>
              <a:t>2026/01/01</a:t>
            </a:r>
            <a:endParaRPr lang="zh-CN" altLang="en-US" dirty="0">
              <a:solidFill>
                <a:schemeClr val="tx1">
                  <a:lumMod val="65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7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781" y="2881151"/>
            <a:ext cx="7345362" cy="6225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5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781" y="1915577"/>
            <a:ext cx="7345362" cy="8490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rgbClr val="337DFA"/>
                </a:solidFill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pic>
        <p:nvPicPr>
          <p:cNvPr id="2" name="图片 1" descr="logo横版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8665" y="648335"/>
            <a:ext cx="3876040" cy="3327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5207635" cy="5648960"/>
          </a:xfrm>
          <a:prstGeom prst="rect">
            <a:avLst/>
          </a:pr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7" name="图形 1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635"/>
            <a:ext cx="7559040" cy="685863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 rot="5400000">
            <a:off x="-231118" y="2278669"/>
            <a:ext cx="30740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alpha val="2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 CONTENTS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alpha val="2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545288" y="1239429"/>
            <a:ext cx="94615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目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录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10" name="图片 9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16925" y="317500"/>
            <a:ext cx="2973705" cy="255270"/>
          </a:xfrm>
          <a:prstGeom prst="rect">
            <a:avLst/>
          </a:prstGeom>
        </p:spPr>
      </p:pic>
      <p:grpSp>
        <p:nvGrpSpPr>
          <p:cNvPr id="30" name="组合 29"/>
          <p:cNvGrpSpPr/>
          <p:nvPr userDrawn="1"/>
        </p:nvGrpSpPr>
        <p:grpSpPr>
          <a:xfrm>
            <a:off x="6230620" y="-949960"/>
            <a:ext cx="5926455" cy="817880"/>
            <a:chOff x="9812" y="-1496"/>
            <a:chExt cx="9333" cy="1288"/>
          </a:xfrm>
        </p:grpSpPr>
        <p:sp>
          <p:nvSpPr>
            <p:cNvPr id="31" name="矩形: 圆角 8"/>
            <p:cNvSpPr/>
            <p:nvPr userDrawn="1"/>
          </p:nvSpPr>
          <p:spPr>
            <a:xfrm>
              <a:off x="9998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27DF9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 userDrawn="1"/>
          </p:nvSpPr>
          <p:spPr>
            <a:xfrm>
              <a:off x="9812" y="-619"/>
              <a:ext cx="134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0070D4"/>
                  </a:solidFill>
                  <a:latin typeface="微软雅黑" panose="020B0503020204020204" charset="-122"/>
                  <a:ea typeface="微软雅黑" panose="020B0503020204020204" charset="-122"/>
                </a:rPr>
                <a:t>#327DF9</a:t>
              </a:r>
              <a:endParaRPr lang="en-US" altLang="zh-CN" sz="1100" dirty="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: 圆角 10"/>
            <p:cNvSpPr/>
            <p:nvPr userDrawn="1"/>
          </p:nvSpPr>
          <p:spPr>
            <a:xfrm>
              <a:off x="11259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7CC6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 userDrawn="1"/>
          </p:nvSpPr>
          <p:spPr>
            <a:xfrm>
              <a:off x="11074" y="-619"/>
              <a:ext cx="133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7CC636"/>
                  </a:solidFill>
                  <a:latin typeface="微软雅黑" panose="020B0503020204020204" charset="-122"/>
                  <a:ea typeface="微软雅黑" panose="020B0503020204020204" charset="-122"/>
                </a:rPr>
                <a:t>#7CC636</a:t>
              </a:r>
              <a:endParaRPr lang="en-US" altLang="zh-CN" sz="1100" dirty="0">
                <a:solidFill>
                  <a:srgbClr val="7CC6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: 圆角 12"/>
            <p:cNvSpPr/>
            <p:nvPr userDrawn="1"/>
          </p:nvSpPr>
          <p:spPr>
            <a:xfrm>
              <a:off x="12552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FFA4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 userDrawn="1"/>
          </p:nvSpPr>
          <p:spPr>
            <a:xfrm>
              <a:off x="12307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FA436"/>
                  </a:solidFill>
                  <a:latin typeface="微软雅黑" panose="020B0503020204020204" charset="-122"/>
                  <a:ea typeface="微软雅黑" panose="020B0503020204020204" charset="-122"/>
                </a:rPr>
                <a:t>#FFA436</a:t>
              </a:r>
              <a:endParaRPr lang="en-US" altLang="zh-CN" sz="1100" dirty="0">
                <a:solidFill>
                  <a:srgbClr val="FFA4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矩形: 圆角 14"/>
            <p:cNvSpPr/>
            <p:nvPr userDrawn="1"/>
          </p:nvSpPr>
          <p:spPr>
            <a:xfrm>
              <a:off x="16785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A867F7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 userDrawn="1"/>
          </p:nvSpPr>
          <p:spPr>
            <a:xfrm>
              <a:off x="16599" y="-619"/>
              <a:ext cx="1340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矩形: 圆角 17"/>
            <p:cNvSpPr/>
            <p:nvPr userDrawn="1"/>
          </p:nvSpPr>
          <p:spPr>
            <a:xfrm>
              <a:off x="13850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73C53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 userDrawn="1"/>
          </p:nvSpPr>
          <p:spPr>
            <a:xfrm>
              <a:off x="13605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373C53"/>
                  </a:solidFill>
                  <a:latin typeface="微软雅黑" panose="020B0503020204020204" charset="-122"/>
                  <a:ea typeface="微软雅黑" panose="020B0503020204020204" charset="-122"/>
                </a:rPr>
                <a:t>#373C53</a:t>
              </a:r>
              <a:endParaRPr lang="en-US" altLang="zh-CN" sz="1100" dirty="0">
                <a:solidFill>
                  <a:srgbClr val="373C5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4"/>
            <p:cNvSpPr/>
            <p:nvPr userDrawn="1"/>
          </p:nvSpPr>
          <p:spPr>
            <a:xfrm>
              <a:off x="17987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4F3A92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 userDrawn="1"/>
          </p:nvSpPr>
          <p:spPr>
            <a:xfrm>
              <a:off x="17797" y="-618"/>
              <a:ext cx="134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#4F3A92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: 圆角 17"/>
            <p:cNvSpPr/>
            <p:nvPr userDrawn="1"/>
          </p:nvSpPr>
          <p:spPr>
            <a:xfrm>
              <a:off x="15164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54C3F1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 userDrawn="1"/>
          </p:nvSpPr>
          <p:spPr>
            <a:xfrm>
              <a:off x="14919" y="-619"/>
              <a:ext cx="1458" cy="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54C3F1"/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54C3F1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54C3F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21" name="任意多边形: 形状 20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9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327D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01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327DF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791203" y="6079851"/>
            <a:ext cx="28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9548" y="439431"/>
            <a:ext cx="1619120" cy="2508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137285" y="338455"/>
            <a:ext cx="8825230" cy="4781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b="1">
                <a:solidFill>
                  <a:srgbClr val="337DF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374650" y="383858"/>
            <a:ext cx="641985" cy="387350"/>
            <a:chOff x="1088" y="4753"/>
            <a:chExt cx="2144" cy="1294"/>
          </a:xfrm>
        </p:grpSpPr>
        <p:sp>
          <p:nvSpPr>
            <p:cNvPr id="20" name="任意多边形 19"/>
            <p:cNvSpPr/>
            <p:nvPr userDrawn="1"/>
          </p:nvSpPr>
          <p:spPr>
            <a:xfrm>
              <a:off x="1088" y="4753"/>
              <a:ext cx="1072" cy="1295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il" t="it" r="ir" b="ib"/>
              <a:pathLst>
                <a:path w="1072" h="1296">
                  <a:moveTo>
                    <a:pt x="0" y="648"/>
                  </a:moveTo>
                  <a:cubicBezTo>
                    <a:pt x="-11" y="284"/>
                    <a:pt x="322" y="-9"/>
                    <a:pt x="648" y="0"/>
                  </a:cubicBezTo>
                  <a:cubicBezTo>
                    <a:pt x="808" y="-9"/>
                    <a:pt x="993" y="84"/>
                    <a:pt x="1072" y="159"/>
                  </a:cubicBezTo>
                  <a:cubicBezTo>
                    <a:pt x="944" y="255"/>
                    <a:pt x="839" y="485"/>
                    <a:pt x="849" y="648"/>
                  </a:cubicBezTo>
                  <a:cubicBezTo>
                    <a:pt x="837" y="842"/>
                    <a:pt x="969" y="1055"/>
                    <a:pt x="1072" y="1136"/>
                  </a:cubicBezTo>
                  <a:cubicBezTo>
                    <a:pt x="975" y="1232"/>
                    <a:pt x="777" y="1302"/>
                    <a:pt x="648" y="1295"/>
                  </a:cubicBezTo>
                  <a:cubicBezTo>
                    <a:pt x="284" y="1306"/>
                    <a:pt x="-9" y="973"/>
                    <a:pt x="0" y="648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2160" y="4753"/>
              <a:ext cx="1072" cy="1295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il" t="it" r="ir" b="ib"/>
              <a:pathLst>
                <a:path w="1072" h="1296">
                  <a:moveTo>
                    <a:pt x="0" y="159"/>
                  </a:moveTo>
                  <a:cubicBezTo>
                    <a:pt x="97" y="63"/>
                    <a:pt x="295" y="-7"/>
                    <a:pt x="425" y="0"/>
                  </a:cubicBezTo>
                  <a:cubicBezTo>
                    <a:pt x="788" y="-11"/>
                    <a:pt x="1081" y="322"/>
                    <a:pt x="1072" y="648"/>
                  </a:cubicBezTo>
                  <a:cubicBezTo>
                    <a:pt x="1083" y="1011"/>
                    <a:pt x="750" y="1304"/>
                    <a:pt x="425" y="1295"/>
                  </a:cubicBezTo>
                  <a:cubicBezTo>
                    <a:pt x="264" y="1304"/>
                    <a:pt x="79" y="1211"/>
                    <a:pt x="0" y="1136"/>
                  </a:cubicBezTo>
                  <a:cubicBezTo>
                    <a:pt x="128" y="1040"/>
                    <a:pt x="233" y="810"/>
                    <a:pt x="223" y="648"/>
                  </a:cubicBezTo>
                  <a:cubicBezTo>
                    <a:pt x="235" y="453"/>
                    <a:pt x="103" y="240"/>
                    <a:pt x="0" y="159"/>
                  </a:cubicBezTo>
                  <a:close/>
                </a:path>
              </a:pathLst>
            </a:custGeom>
            <a:solidFill>
              <a:srgbClr val="7CC636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1937" y="4912"/>
              <a:ext cx="446" cy="978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il" t="it" r="ir" b="ib"/>
              <a:pathLst>
                <a:path w="448" h="978">
                  <a:moveTo>
                    <a:pt x="223" y="0"/>
                  </a:moveTo>
                  <a:cubicBezTo>
                    <a:pt x="351" y="97"/>
                    <a:pt x="456" y="327"/>
                    <a:pt x="446" y="489"/>
                  </a:cubicBezTo>
                  <a:cubicBezTo>
                    <a:pt x="458" y="683"/>
                    <a:pt x="326" y="896"/>
                    <a:pt x="223" y="978"/>
                  </a:cubicBezTo>
                  <a:cubicBezTo>
                    <a:pt x="95" y="881"/>
                    <a:pt x="-10" y="651"/>
                    <a:pt x="0" y="489"/>
                  </a:cubicBezTo>
                  <a:cubicBezTo>
                    <a:pt x="-12" y="295"/>
                    <a:pt x="120" y="81"/>
                    <a:pt x="223" y="0"/>
                  </a:cubicBezTo>
                  <a:close/>
                </a:path>
              </a:pathLst>
            </a:custGeom>
            <a:solidFill>
              <a:srgbClr val="FFA436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5" name="组合 94"/>
          <p:cNvGrpSpPr/>
          <p:nvPr userDrawn="1"/>
        </p:nvGrpSpPr>
        <p:grpSpPr>
          <a:xfrm>
            <a:off x="401320" y="6538119"/>
            <a:ext cx="520065" cy="173355"/>
            <a:chOff x="461" y="9904"/>
            <a:chExt cx="1080" cy="360"/>
          </a:xfrm>
        </p:grpSpPr>
        <p:sp>
          <p:nvSpPr>
            <p:cNvPr id="92" name="椭圆 91"/>
            <p:cNvSpPr/>
            <p:nvPr userDrawn="1"/>
          </p:nvSpPr>
          <p:spPr>
            <a:xfrm>
              <a:off x="461" y="9904"/>
              <a:ext cx="361" cy="361"/>
            </a:xfrm>
            <a:prstGeom prst="ellipse">
              <a:avLst/>
            </a:prstGeom>
            <a:gradFill>
              <a:gsLst>
                <a:gs pos="28000">
                  <a:srgbClr val="84CA44">
                    <a:alpha val="0"/>
                  </a:srgbClr>
                </a:gs>
                <a:gs pos="100000">
                  <a:srgbClr val="84CA44"/>
                </a:gs>
              </a:gsLst>
              <a:lin ang="10800000" scaled="0"/>
            </a:gradFill>
            <a:ln w="19050" cap="flat" cmpd="sng" algn="ctr">
              <a:noFill/>
              <a:prstDash val="solid"/>
              <a:miter lim="800000"/>
            </a:ln>
          </p:spPr>
          <p:txBody>
            <a:bodyPr rtlCol="0" anchor="ctr"/>
            <a:lstStyle/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椭圆 92"/>
            <p:cNvSpPr/>
            <p:nvPr userDrawn="1"/>
          </p:nvSpPr>
          <p:spPr>
            <a:xfrm>
              <a:off x="821" y="9904"/>
              <a:ext cx="361" cy="361"/>
            </a:xfrm>
            <a:prstGeom prst="ellipse">
              <a:avLst/>
            </a:prstGeom>
            <a:solidFill>
              <a:srgbClr val="337DFA"/>
            </a:solidFill>
            <a:ln w="19050" cap="flat" cmpd="sng" algn="ctr">
              <a:noFill/>
              <a:prstDash val="solid"/>
              <a:miter lim="800000"/>
            </a:ln>
          </p:spPr>
          <p:txBody>
            <a:bodyPr rtlCol="0" anchor="ctr"/>
            <a:lstStyle/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4" name="椭圆 93"/>
            <p:cNvSpPr/>
            <p:nvPr userDrawn="1"/>
          </p:nvSpPr>
          <p:spPr>
            <a:xfrm>
              <a:off x="1181" y="9904"/>
              <a:ext cx="361" cy="361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72000">
                  <a:schemeClr val="accent3">
                    <a:alpha val="0"/>
                  </a:schemeClr>
                </a:gs>
              </a:gsLst>
              <a:lin ang="10800000" scaled="0"/>
            </a:gradFill>
            <a:ln w="19050" cap="flat" cmpd="sng" algn="ctr">
              <a:noFill/>
              <a:prstDash val="solid"/>
              <a:miter lim="800000"/>
            </a:ln>
          </p:spPr>
          <p:txBody>
            <a:bodyPr rtlCol="0" anchor="ctr"/>
            <a:lstStyle/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文本框 30"/>
          <p:cNvSpPr txBox="1"/>
          <p:nvPr userDrawn="1"/>
        </p:nvSpPr>
        <p:spPr>
          <a:xfrm>
            <a:off x="7390130" y="6536532"/>
            <a:ext cx="46589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©</a:t>
            </a:r>
            <a:r>
              <a:rPr lang="en-US" altLang="zh-CN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2026 </a:t>
            </a:r>
            <a:r>
              <a:rPr lang="zh-CN" altLang="en-US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数睿数据（</a:t>
            </a:r>
            <a:r>
              <a:rPr lang="en-US" altLang="zh-CN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smardaten</a:t>
            </a:r>
            <a:r>
              <a:rPr lang="zh-CN" altLang="en-US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）版权所有，未经授权不得复制、传播或用于商业用途</a:t>
            </a:r>
            <a:endParaRPr lang="zh-CN" altLang="en-US" sz="900" dirty="0">
              <a:solidFill>
                <a:schemeClr val="tx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6230620" y="-949960"/>
            <a:ext cx="5926455" cy="817880"/>
            <a:chOff x="9812" y="-1496"/>
            <a:chExt cx="9333" cy="1288"/>
          </a:xfrm>
        </p:grpSpPr>
        <p:sp>
          <p:nvSpPr>
            <p:cNvPr id="4" name="矩形: 圆角 8"/>
            <p:cNvSpPr/>
            <p:nvPr userDrawn="1"/>
          </p:nvSpPr>
          <p:spPr>
            <a:xfrm>
              <a:off x="9998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27DF9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 userDrawn="1"/>
          </p:nvSpPr>
          <p:spPr>
            <a:xfrm>
              <a:off x="9812" y="-619"/>
              <a:ext cx="134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0070D4"/>
                  </a:solidFill>
                  <a:latin typeface="微软雅黑" panose="020B0503020204020204" charset="-122"/>
                  <a:ea typeface="微软雅黑" panose="020B0503020204020204" charset="-122"/>
                </a:rPr>
                <a:t>#327DF9</a:t>
              </a:r>
              <a:endParaRPr lang="en-US" altLang="zh-CN" sz="1100" dirty="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: 圆角 10"/>
            <p:cNvSpPr/>
            <p:nvPr userDrawn="1"/>
          </p:nvSpPr>
          <p:spPr>
            <a:xfrm>
              <a:off x="11259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7CC6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 userDrawn="1"/>
          </p:nvSpPr>
          <p:spPr>
            <a:xfrm>
              <a:off x="11074" y="-619"/>
              <a:ext cx="133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7CC636"/>
                  </a:solidFill>
                  <a:latin typeface="微软雅黑" panose="020B0503020204020204" charset="-122"/>
                  <a:ea typeface="微软雅黑" panose="020B0503020204020204" charset="-122"/>
                </a:rPr>
                <a:t>#7CC636</a:t>
              </a:r>
              <a:endParaRPr lang="en-US" altLang="zh-CN" sz="1100" dirty="0">
                <a:solidFill>
                  <a:srgbClr val="7CC6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: 圆角 12"/>
            <p:cNvSpPr/>
            <p:nvPr userDrawn="1"/>
          </p:nvSpPr>
          <p:spPr>
            <a:xfrm>
              <a:off x="12552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FFA4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 userDrawn="1"/>
          </p:nvSpPr>
          <p:spPr>
            <a:xfrm>
              <a:off x="12307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FA436"/>
                  </a:solidFill>
                  <a:latin typeface="微软雅黑" panose="020B0503020204020204" charset="-122"/>
                  <a:ea typeface="微软雅黑" panose="020B0503020204020204" charset="-122"/>
                </a:rPr>
                <a:t>#FFA436</a:t>
              </a:r>
              <a:endParaRPr lang="en-US" altLang="zh-CN" sz="1100" dirty="0">
                <a:solidFill>
                  <a:srgbClr val="FFA4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矩形: 圆角 14"/>
            <p:cNvSpPr/>
            <p:nvPr userDrawn="1"/>
          </p:nvSpPr>
          <p:spPr>
            <a:xfrm>
              <a:off x="16785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A867F7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 userDrawn="1"/>
          </p:nvSpPr>
          <p:spPr>
            <a:xfrm>
              <a:off x="16599" y="-619"/>
              <a:ext cx="1340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矩形: 圆角 17"/>
            <p:cNvSpPr/>
            <p:nvPr userDrawn="1"/>
          </p:nvSpPr>
          <p:spPr>
            <a:xfrm>
              <a:off x="13850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73C53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 userDrawn="1"/>
          </p:nvSpPr>
          <p:spPr>
            <a:xfrm>
              <a:off x="13605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373C53"/>
                  </a:solidFill>
                  <a:latin typeface="微软雅黑" panose="020B0503020204020204" charset="-122"/>
                  <a:ea typeface="微软雅黑" panose="020B0503020204020204" charset="-122"/>
                </a:rPr>
                <a:t>#373C53</a:t>
              </a:r>
              <a:endParaRPr lang="en-US" altLang="zh-CN" sz="1100" dirty="0">
                <a:solidFill>
                  <a:srgbClr val="373C5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4"/>
            <p:cNvSpPr/>
            <p:nvPr userDrawn="1"/>
          </p:nvSpPr>
          <p:spPr>
            <a:xfrm>
              <a:off x="17987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4F3A92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 userDrawn="1"/>
          </p:nvSpPr>
          <p:spPr>
            <a:xfrm>
              <a:off x="17797" y="-618"/>
              <a:ext cx="134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#4F3A92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: 圆角 17"/>
            <p:cNvSpPr/>
            <p:nvPr userDrawn="1"/>
          </p:nvSpPr>
          <p:spPr>
            <a:xfrm>
              <a:off x="15164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54C3F1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 userDrawn="1"/>
          </p:nvSpPr>
          <p:spPr>
            <a:xfrm>
              <a:off x="14919" y="-619"/>
              <a:ext cx="1458" cy="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54C3F1"/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54C3F1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54C3F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 userDrawn="1"/>
        </p:nvGrpSpPr>
        <p:grpSpPr>
          <a:xfrm>
            <a:off x="6230620" y="-949960"/>
            <a:ext cx="5926455" cy="817880"/>
            <a:chOff x="9812" y="-1496"/>
            <a:chExt cx="9333" cy="1288"/>
          </a:xfrm>
        </p:grpSpPr>
        <p:sp>
          <p:nvSpPr>
            <p:cNvPr id="31" name="矩形: 圆角 8"/>
            <p:cNvSpPr/>
            <p:nvPr userDrawn="1"/>
          </p:nvSpPr>
          <p:spPr>
            <a:xfrm>
              <a:off x="9998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27DF9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 userDrawn="1"/>
          </p:nvSpPr>
          <p:spPr>
            <a:xfrm>
              <a:off x="9812" y="-619"/>
              <a:ext cx="134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0070D4"/>
                  </a:solidFill>
                  <a:latin typeface="微软雅黑" panose="020B0503020204020204" charset="-122"/>
                  <a:ea typeface="微软雅黑" panose="020B0503020204020204" charset="-122"/>
                </a:rPr>
                <a:t>#327DF9</a:t>
              </a:r>
              <a:endParaRPr lang="en-US" altLang="zh-CN" sz="1100" dirty="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: 圆角 10"/>
            <p:cNvSpPr/>
            <p:nvPr userDrawn="1"/>
          </p:nvSpPr>
          <p:spPr>
            <a:xfrm>
              <a:off x="11259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7CC6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 userDrawn="1"/>
          </p:nvSpPr>
          <p:spPr>
            <a:xfrm>
              <a:off x="11074" y="-619"/>
              <a:ext cx="133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7CC636"/>
                  </a:solidFill>
                  <a:latin typeface="微软雅黑" panose="020B0503020204020204" charset="-122"/>
                  <a:ea typeface="微软雅黑" panose="020B0503020204020204" charset="-122"/>
                </a:rPr>
                <a:t>#7CC636</a:t>
              </a:r>
              <a:endParaRPr lang="en-US" altLang="zh-CN" sz="1100" dirty="0">
                <a:solidFill>
                  <a:srgbClr val="7CC6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: 圆角 12"/>
            <p:cNvSpPr/>
            <p:nvPr userDrawn="1"/>
          </p:nvSpPr>
          <p:spPr>
            <a:xfrm>
              <a:off x="12552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FFA4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 userDrawn="1"/>
          </p:nvSpPr>
          <p:spPr>
            <a:xfrm>
              <a:off x="12307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FA436"/>
                  </a:solidFill>
                  <a:latin typeface="微软雅黑" panose="020B0503020204020204" charset="-122"/>
                  <a:ea typeface="微软雅黑" panose="020B0503020204020204" charset="-122"/>
                </a:rPr>
                <a:t>#FFA436</a:t>
              </a:r>
              <a:endParaRPr lang="en-US" altLang="zh-CN" sz="1100" dirty="0">
                <a:solidFill>
                  <a:srgbClr val="FFA4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矩形: 圆角 14"/>
            <p:cNvSpPr/>
            <p:nvPr userDrawn="1"/>
          </p:nvSpPr>
          <p:spPr>
            <a:xfrm>
              <a:off x="16785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A867F7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 userDrawn="1"/>
          </p:nvSpPr>
          <p:spPr>
            <a:xfrm>
              <a:off x="16599" y="-619"/>
              <a:ext cx="1340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矩形: 圆角 17"/>
            <p:cNvSpPr/>
            <p:nvPr userDrawn="1"/>
          </p:nvSpPr>
          <p:spPr>
            <a:xfrm>
              <a:off x="13850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73C53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 userDrawn="1"/>
          </p:nvSpPr>
          <p:spPr>
            <a:xfrm>
              <a:off x="13605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373C53"/>
                  </a:solidFill>
                  <a:latin typeface="微软雅黑" panose="020B0503020204020204" charset="-122"/>
                  <a:ea typeface="微软雅黑" panose="020B0503020204020204" charset="-122"/>
                </a:rPr>
                <a:t>#373C53</a:t>
              </a:r>
              <a:endParaRPr lang="en-US" altLang="zh-CN" sz="1100" dirty="0">
                <a:solidFill>
                  <a:srgbClr val="373C5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4"/>
            <p:cNvSpPr/>
            <p:nvPr userDrawn="1"/>
          </p:nvSpPr>
          <p:spPr>
            <a:xfrm>
              <a:off x="17987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4F3A92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 userDrawn="1"/>
          </p:nvSpPr>
          <p:spPr>
            <a:xfrm>
              <a:off x="17797" y="-618"/>
              <a:ext cx="134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#4F3A92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: 圆角 17"/>
            <p:cNvSpPr/>
            <p:nvPr userDrawn="1"/>
          </p:nvSpPr>
          <p:spPr>
            <a:xfrm>
              <a:off x="15164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54C3F1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 userDrawn="1"/>
          </p:nvSpPr>
          <p:spPr>
            <a:xfrm>
              <a:off x="14919" y="-619"/>
              <a:ext cx="1458" cy="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54C3F1"/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54C3F1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54C3F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17" name="任意多边形: 形状 16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791203" y="6079851"/>
            <a:ext cx="28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5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7CC63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02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7CC63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6" name="图片 5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17" name="任意多边形: 形状 16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791203" y="6079851"/>
            <a:ext cx="28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9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FFA43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03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FFA43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6" name="图片 5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791203" y="6079851"/>
            <a:ext cx="284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11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54C3F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04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54C3F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2" name="图片 1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791203" y="6079851"/>
            <a:ext cx="284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11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373C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05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373C5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2" name="图片 1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底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图片 29" descr="图标&#10;&#10;中度可信度描述已自动生成"/>
          <p:cNvPicPr>
            <a:picLocks noChangeAspect="1"/>
          </p:cNvPicPr>
          <p:nvPr userDrawn="1"/>
        </p:nvPicPr>
        <p:blipFill>
          <a:blip r:embed="rId3" cstate="screen">
            <a:alphaModFix amt="5000"/>
          </a:blip>
          <a:stretch>
            <a:fillRect/>
          </a:stretch>
        </p:blipFill>
        <p:spPr>
          <a:xfrm>
            <a:off x="750570" y="581025"/>
            <a:ext cx="7789545" cy="1047750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 flipV="1">
            <a:off x="830580" y="4184650"/>
            <a:ext cx="4731385" cy="52070"/>
            <a:chOff x="-491615" y="4884516"/>
            <a:chExt cx="1865235" cy="0"/>
          </a:xfrm>
        </p:grpSpPr>
        <p:cxnSp>
          <p:nvCxnSpPr>
            <p:cNvPr id="25" name="直接连接符 24"/>
            <p:cNvCxnSpPr/>
            <p:nvPr userDrawn="1"/>
          </p:nvCxnSpPr>
          <p:spPr>
            <a:xfrm>
              <a:off x="-491615" y="4884516"/>
              <a:ext cx="65975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>
              <a:off x="162046" y="4884516"/>
              <a:ext cx="659757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 userDrawn="1"/>
          </p:nvCxnSpPr>
          <p:spPr>
            <a:xfrm>
              <a:off x="820414" y="4884516"/>
              <a:ext cx="553206" cy="0"/>
            </a:xfrm>
            <a:prstGeom prst="line">
              <a:avLst/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/>
          <p:cNvSpPr txBox="1"/>
          <p:nvPr userDrawn="1"/>
        </p:nvSpPr>
        <p:spPr>
          <a:xfrm>
            <a:off x="727075" y="5087620"/>
            <a:ext cx="5033645" cy="991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www.smardaten.com</a:t>
            </a:r>
            <a:endParaRPr lang="en-US" altLang="zh-CN" sz="1300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南京市江宁区秣陵街道秣陵中心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座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15-17F</a:t>
            </a:r>
            <a:endParaRPr lang="en-US" altLang="zh-CN" sz="1300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南京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杭州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深圳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成都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天津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济南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西安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新加坡</a:t>
            </a:r>
            <a:endParaRPr lang="zh-CN" altLang="en-US" sz="1300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 descr="QR 代码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507865" y="4405630"/>
            <a:ext cx="1129665" cy="1129665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655955" y="1429385"/>
            <a:ext cx="54914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400" b="1" dirty="0">
                <a:gradFill>
                  <a:gsLst>
                    <a:gs pos="21000">
                      <a:srgbClr val="327DF9"/>
                    </a:gs>
                    <a:gs pos="100000">
                      <a:srgbClr val="D8C9F2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4400" b="1" dirty="0">
              <a:gradFill>
                <a:gsLst>
                  <a:gs pos="21000">
                    <a:srgbClr val="327DF9"/>
                  </a:gs>
                  <a:gs pos="100000">
                    <a:srgbClr val="D8C9F2"/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55955" y="2232025"/>
            <a:ext cx="3933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dirty="0">
              <a:solidFill>
                <a:schemeClr val="tx1">
                  <a:lumMod val="75000"/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27075" y="4405630"/>
            <a:ext cx="1831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rgbClr val="696C7E"/>
                </a:solidFill>
                <a:latin typeface="微软雅黑" panose="020B0503020204020204" charset="-122"/>
                <a:ea typeface="微软雅黑" panose="020B0503020204020204" charset="-122"/>
              </a:rPr>
              <a:t>数睿数据</a:t>
            </a:r>
            <a:endParaRPr lang="zh-CN" altLang="en-US" sz="2800" dirty="0">
              <a:solidFill>
                <a:srgbClr val="696C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 sz="240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748665" y="1915795"/>
            <a:ext cx="8976360" cy="848995"/>
          </a:xfrm>
        </p:spPr>
        <p:txBody>
          <a:bodyPr/>
          <a:lstStyle/>
          <a:p>
            <a:endParaRPr lang="zh-CN" altLang="en-US"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7"/>
          <p:cNvSpPr/>
          <p:nvPr userDrawn="1">
            <p:custDataLst>
              <p:tags r:id="rId1"/>
            </p:custDataLst>
          </p:nvPr>
        </p:nvSpPr>
        <p:spPr>
          <a:xfrm>
            <a:off x="5393690" y="5010468"/>
            <a:ext cx="5996940" cy="565785"/>
          </a:xfrm>
          <a:prstGeom prst="roundRect">
            <a:avLst>
              <a:gd name="adj" fmla="val 50000"/>
            </a:avLst>
          </a:prstGeom>
          <a:noFill/>
          <a:ln w="3175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317500" sx="103000" sy="103000" algn="ctr" rotWithShape="0">
              <a:srgbClr val="715EFF">
                <a:alpha val="17000"/>
              </a:srgbClr>
            </a:outerShdw>
          </a:effectLst>
        </p:spPr>
        <p:txBody>
          <a:bodyPr tIns="71755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3" name="圆角矩形 16"/>
          <p:cNvSpPr/>
          <p:nvPr userDrawn="1">
            <p:custDataLst>
              <p:tags r:id="rId2"/>
            </p:custDataLst>
          </p:nvPr>
        </p:nvSpPr>
        <p:spPr>
          <a:xfrm>
            <a:off x="5393690" y="3926523"/>
            <a:ext cx="5996940" cy="565785"/>
          </a:xfrm>
          <a:prstGeom prst="roundRect">
            <a:avLst>
              <a:gd name="adj" fmla="val 50000"/>
            </a:avLst>
          </a:prstGeom>
          <a:noFill/>
          <a:ln w="3175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317500" sx="103000" sy="103000" algn="ctr" rotWithShape="0">
              <a:srgbClr val="715EFF">
                <a:alpha val="17000"/>
              </a:srgbClr>
            </a:outerShdw>
          </a:effectLst>
        </p:spPr>
        <p:txBody>
          <a:bodyPr tIns="71755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4" name="圆角矩形 15"/>
          <p:cNvSpPr/>
          <p:nvPr userDrawn="1">
            <p:custDataLst>
              <p:tags r:id="rId3"/>
            </p:custDataLst>
          </p:nvPr>
        </p:nvSpPr>
        <p:spPr>
          <a:xfrm>
            <a:off x="5393690" y="2842578"/>
            <a:ext cx="5996940" cy="565785"/>
          </a:xfrm>
          <a:prstGeom prst="roundRect">
            <a:avLst>
              <a:gd name="adj" fmla="val 50000"/>
            </a:avLst>
          </a:prstGeom>
          <a:noFill/>
          <a:ln w="317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317500" sx="103000" sy="103000" algn="ctr" rotWithShape="0">
              <a:srgbClr val="715EFF">
                <a:alpha val="17000"/>
              </a:srgbClr>
            </a:outerShdw>
          </a:effectLst>
        </p:spPr>
        <p:txBody>
          <a:bodyPr tIns="71755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5" name="圆角矩形 5"/>
          <p:cNvSpPr/>
          <p:nvPr userDrawn="1">
            <p:custDataLst>
              <p:tags r:id="rId4"/>
            </p:custDataLst>
          </p:nvPr>
        </p:nvSpPr>
        <p:spPr>
          <a:xfrm>
            <a:off x="5393690" y="1759268"/>
            <a:ext cx="5996940" cy="565785"/>
          </a:xfrm>
          <a:prstGeom prst="roundRect">
            <a:avLst>
              <a:gd name="adj" fmla="val 50000"/>
            </a:avLst>
          </a:prstGeom>
          <a:noFill/>
          <a:ln w="317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317500" sx="103000" sy="103000" algn="ctr" rotWithShape="0">
              <a:srgbClr val="715EFF">
                <a:alpha val="17000"/>
              </a:srgbClr>
            </a:outerShdw>
          </a:effectLst>
        </p:spPr>
        <p:txBody>
          <a:bodyPr tIns="71755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8" name="文本占位符 2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195060" y="1872615"/>
            <a:ext cx="4863465" cy="36830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>
                <a:solidFill>
                  <a:schemeClr val="accent3"/>
                </a:solidFill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endParaRPr lang="zh-CN" altLang="en-US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占位符 2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195060" y="2955925"/>
            <a:ext cx="4863465" cy="36830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>
                <a:solidFill>
                  <a:schemeClr val="accent3"/>
                </a:solidFill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endParaRPr lang="en-US" altLang="zh-CN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占位符 2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195060" y="4039870"/>
            <a:ext cx="4863465" cy="36830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>
                <a:solidFill>
                  <a:schemeClr val="accent3"/>
                </a:solidFill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endParaRPr lang="zh-CN" altLang="en-US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占位符 2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195060" y="5123815"/>
            <a:ext cx="4863465" cy="36830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b="0">
                <a:solidFill>
                  <a:schemeClr val="accent3"/>
                </a:solidFill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endParaRPr lang="zh-CN" altLang="en-US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椭圆 21"/>
          <p:cNvSpPr/>
          <p:nvPr userDrawn="1">
            <p:custDataLst>
              <p:tags r:id="rId9"/>
            </p:custDataLst>
          </p:nvPr>
        </p:nvSpPr>
        <p:spPr>
          <a:xfrm>
            <a:off x="5099685" y="1610995"/>
            <a:ext cx="862330" cy="86233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en-US" altLang="zh-CN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zh-CN" sz="24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椭圆 22"/>
          <p:cNvSpPr/>
          <p:nvPr userDrawn="1">
            <p:custDataLst>
              <p:tags r:id="rId10"/>
            </p:custDataLst>
          </p:nvPr>
        </p:nvSpPr>
        <p:spPr>
          <a:xfrm>
            <a:off x="5099685" y="2694305"/>
            <a:ext cx="862330" cy="862330"/>
          </a:xfrm>
          <a:prstGeom prst="ellipse">
            <a:avLst/>
          </a:prstGeom>
          <a:solidFill>
            <a:srgbClr val="7CC63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en-US" altLang="zh-CN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sz="24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 userDrawn="1">
            <p:custDataLst>
              <p:tags r:id="rId11"/>
            </p:custDataLst>
          </p:nvPr>
        </p:nvSpPr>
        <p:spPr>
          <a:xfrm>
            <a:off x="5099685" y="3778250"/>
            <a:ext cx="862330" cy="862330"/>
          </a:xfrm>
          <a:prstGeom prst="ellipse">
            <a:avLst/>
          </a:prstGeom>
          <a:solidFill>
            <a:srgbClr val="FFA43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en-US" altLang="zh-CN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sz="24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椭圆 24"/>
          <p:cNvSpPr/>
          <p:nvPr userDrawn="1">
            <p:custDataLst>
              <p:tags r:id="rId12"/>
            </p:custDataLst>
          </p:nvPr>
        </p:nvSpPr>
        <p:spPr>
          <a:xfrm>
            <a:off x="5099685" y="4862195"/>
            <a:ext cx="862330" cy="862330"/>
          </a:xfrm>
          <a:prstGeom prst="ellipse">
            <a:avLst/>
          </a:prstGeom>
          <a:solidFill>
            <a:srgbClr val="54C3F1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en-US" altLang="zh-CN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zh-CN" sz="24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>
          <a:xfrm>
            <a:off x="748665" y="3575050"/>
            <a:ext cx="5810885" cy="4781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>
          <a:xfrm>
            <a:off x="748665" y="3575050"/>
            <a:ext cx="5810885" cy="4781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>
          <a:xfrm>
            <a:off x="748665" y="3575050"/>
            <a:ext cx="5810885" cy="4781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/>
          </p:nvPr>
        </p:nvSpPr>
        <p:spPr>
          <a:xfrm>
            <a:off x="748665" y="3575050"/>
            <a:ext cx="5810885" cy="4781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2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3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4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5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6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7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8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9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10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11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ags/tag12.xml><?xml version="1.0" encoding="utf-8"?>
<p:tagLst xmlns:p="http://schemas.openxmlformats.org/presentationml/2006/main">
  <p:tag name="KSO_WM_DIAGRAM_VIRTUALLY_FRAME" val="{&quot;height&quot;:327.4,&quot;left&quot;:401.55,&quot;top&quot;:126.85,&quot;width&quot;:495.35}"/>
</p:tagLst>
</file>

<file path=ppt/theme/theme1.xml><?xml version="1.0" encoding="utf-8"?>
<a:theme xmlns:a="http://schemas.openxmlformats.org/drawingml/2006/main" name="公司PPT模板">
  <a:themeElements>
    <a:clrScheme name="theme color">
      <a:dk1>
        <a:srgbClr val="FFFFFF"/>
      </a:dk1>
      <a:lt1>
        <a:srgbClr val="000000"/>
      </a:lt1>
      <a:dk2>
        <a:srgbClr val="373C53"/>
      </a:dk2>
      <a:lt2>
        <a:srgbClr val="D3DEF1"/>
      </a:lt2>
      <a:accent1>
        <a:srgbClr val="327DF9"/>
      </a:accent1>
      <a:accent2>
        <a:srgbClr val="7CC636"/>
      </a:accent2>
      <a:accent3>
        <a:srgbClr val="FFA436"/>
      </a:accent3>
      <a:accent4>
        <a:srgbClr val="54C3F1"/>
      </a:accent4>
      <a:accent5>
        <a:srgbClr val="A867F7"/>
      </a:accent5>
      <a:accent6>
        <a:srgbClr val="4F3A92"/>
      </a:accent6>
      <a:hlink>
        <a:srgbClr val="0563C1"/>
      </a:hlink>
      <a:folHlink>
        <a:srgbClr val="954F72"/>
      </a:folHlink>
    </a:clrScheme>
    <a:fontScheme name="2c6173af-3e2e-4f71-b651-473d1611db9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 lang="zh-CN" altLang="en-US" sz="2400" b="1">
            <a:solidFill>
              <a:sysClr val="window" lastClr="FFFFFF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rgbClr val="373C53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公司PPT模板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Qin</dc:creator>
  <cp:lastModifiedBy>WPS_1708849412</cp:lastModifiedBy>
  <cp:revision>503</cp:revision>
  <dcterms:created xsi:type="dcterms:W3CDTF">2025-12-23T01:48:00Z</dcterms:created>
  <dcterms:modified xsi:type="dcterms:W3CDTF">2026-04-14T01:48:56Z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D5E76C502DA147FA9C4F564CFE635E8F_13</vt:lpwstr>
  </property>
  <property fmtid="{D5CDD505-2E9C-101B-9397-08002B2CF9AE}" pid="3" name="KSOProductBuildVer">
    <vt:lpwstr>2052-12.1.0.25225</vt:lpwstr>
  </property>
</Properties>
</file>